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B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3" autoAdjust="0"/>
    <p:restoredTop sz="94660"/>
  </p:normalViewPr>
  <p:slideViewPr>
    <p:cSldViewPr snapToGrid="0">
      <p:cViewPr>
        <p:scale>
          <a:sx n="66" d="100"/>
          <a:sy n="66" d="100"/>
        </p:scale>
        <p:origin x="1238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7:49.573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81 1 24575,'-27'89'0,"16"-54"0,-14 65 0,22-70 0,3-23 0,0-1 0,-1 1 0,0 0 0,0-1 0,-1 1 0,-3 8 0,1-2-1365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7:54.986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446 239 24575,'147'-88'0,"-137"80"0,-12 6 0,-22 3 0,11 0 0,7 0 0,0 1 0,0-1 0,0 1 0,0 0 0,-9 4 0,11-4 0,-1 0 0,0 0 0,1 0 0,-1-1 0,0 0 0,0 0 0,-9 1 0,7-4 0,0 0 0,0-1 0,-1 0 0,2 0 0,-1-1 0,0 0 0,1 0 0,0 0 0,-9-8 0,-1 0 0,-54-53 0,52 51 0,14 10 0,0 0 0,0 1 0,-1-1 0,1 1 0,-1 0 0,0 1 0,0-1 0,0 1 0,0 0 0,-1 0 0,1 0 0,0 1 0,-1 0 0,-10-1 0,14 2 0,0 0 0,0 0 0,1 1 0,-1-1 0,0 0 0,1 1 0,-1-1 0,0 1 0,1 0 0,-1-1 0,1 1 0,-1 0 0,1 0 0,-1 0 0,1 0 0,0 0 0,-1 0 0,1 1 0,-1 0 0,-1 2 0,1-1 0,0 0 0,1 1 0,-1-1 0,1 1 0,-1 0 0,1-1 0,-1 6 0,-1 8 0,2 0 0,-1 1 0,3 18 0,-1-23 0,2 32 0,17 87 0,-11-88 0,-2-10 0,5 32 0,6 127 0,-44-240 0,5 7 0,11 20 0,0 0 0,-16-44 0,-42-123 0,67 181 0,1 0 0,0-1 0,0 1 0,0-1 0,1 1 0,0-1 0,1-10 0,0 12 0,0 1 0,-1-1 0,0 1 0,1-1 0,-2 0 0,1 1 0,-1-1 0,1 0 0,-1 1 0,-1-1 0,1 1 0,-1 0 0,1-1 0,-1 1 0,0 0 0,-5-6 0,6 7 0,-1 0 0,0-1 0,1 1 0,0 0 0,0-1 0,0 1 0,0-1 0,0 1 0,1-1 0,-1 0 0,1 1 0,0-5 0,0 4 0,0 0 0,0-1 0,0 1 0,-1 0 0,0 0 0,0 1 0,0-1 0,0 0 0,-1 0 0,-1-4 0,1 14 0,1 0 0,0 0 0,0 0 0,0 12 0,0 55 0,3 50 0,8-71 0,-7-42 0,-1 0 0,0 1 0,0-1 0,0 14 0,-1-10 0,0 1 0,1-1 0,1 0 0,1 0 0,5 17 0,-3-15 0,-1 1 0,4 34 0,0 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7:58.406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1 6 24575,'92'2'0,"97"-4"0,-86-4-1365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8:12.468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2 1 24575,'-2'114'0,"4"116"0,0-220-1365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8:20.523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8:20.717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8:21.546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8:21.789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1 1 24575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8:22.717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6:28:22.937"/>
    </inkml:context>
    <inkml:brush xml:id="br0">
      <inkml:brushProperty name="width" value="0.2" units="cm"/>
      <inkml:brushProperty name="height" value="0.2" units="cm"/>
      <inkml:brushProperty name="color" value="#022064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DA5A3-674B-2065-97D5-508043054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512D4-488A-BC5E-1012-49DFB66EF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FD10A-5333-6E17-7C6E-5FA2E2F7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120F-501D-26E9-A62D-F57240DF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0B863-25C1-09BE-382F-01336B19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7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B8FFB-C1C1-E55D-16D2-525FB8725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FDA03-5B1F-1387-9F46-70D67DD2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2C3D4-C85A-5489-39F0-C01AD390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AD1E1-EA84-00F2-4ECA-713903AE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6CB54-6BD1-42A4-99F2-5C7A16D1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6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214A-A14C-8D74-6C3F-053FCD07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31116-676A-4770-683E-A37133D06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8A5AB-2DD2-18E8-C5D2-48B772458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DC897-60D5-62AD-2BDC-234232F4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D8E59-FB7D-7C49-1BC5-AB404B63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0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2212-2CF6-0B7D-AF69-7C87B5E9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C8DC4-3671-1DD3-960E-85483A184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7B6CD-5DAF-7A74-4F5F-5A7758254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A845A-5C05-FBB5-30E8-5D633928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FD5C8-54B8-3E35-B4A4-424E3E4F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1A2BC-DE50-81B4-F3E3-6609B58B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7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C2F5-604A-08CD-FDAB-6F365858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CFC17-6026-1040-189F-AAFDF595E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ABA09-B166-F7A7-E8FB-7FF4ADFF0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5DC274-1BE1-5E24-FD69-A2F76704C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35AA8-FB08-D307-9C99-863D609A8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0DD536-7A1B-167E-AA5D-0835CF58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F91BB-AEEF-04F8-9DBA-5E30DF85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CBACD-5464-19EC-AC03-07A333E5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0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537A-754F-8B2B-2976-2C6E280F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81EE8-87D2-5451-4A9E-3114F9D98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5A7DF-76AC-74FE-51D2-83C7C2D5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CFC82-2356-439A-A44D-01E06F3E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0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519E9-10B2-985F-8B75-1263391B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0C52D-216E-942A-DDC6-B8E80C087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9F273-B882-C103-FC67-EB46A3C2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03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4E6A-0FC6-513A-8B96-5C5872F5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8431-6286-CD0B-BBC1-C6C40454E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B41DB-13EF-EE32-8CAB-032765BE5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C14A3-08BC-FFE8-020A-5B95D214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B8387-9137-AFE7-B9E1-AFEE636F4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73EC2-F983-2C43-7964-E6BABB03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01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DFDE-31C0-46E2-AD09-665BC4359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920C2-7E99-B07E-A0F4-90020AEFDE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FDB14-5984-C8A8-53B1-9227D5A4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EF3E1-44E9-58BC-4EED-5250A61CA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80F4F-FBD6-5A2D-317A-E4D052BD7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D4F2F-4CE4-0E4A-B96A-5713100A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3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4E33-137D-B076-F50F-B8055993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1231E-BADF-FF5F-5B12-AC327E5BB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7BED5-E487-FF87-89D0-36C699E6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D856D-D25E-90BD-8343-A7CFDBD2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2C290-F1D5-F933-7F8E-07BE6BFF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3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85F1C-5EDF-7D34-0D5B-0DB3BE2FB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2E852-2C60-C569-E485-3DAC428AC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04F6C-28DB-499E-65F9-4A172C59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8CCB7-3E69-1C14-1046-598D0720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5D3FA-906F-B6CD-6BD2-2624CB30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97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01108-0C94-C1FA-D3F0-32D8197BC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6209E-6883-1D8D-3576-19229F55A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8E95F-190E-5F02-40A2-AB60E2924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ACFBE-8B97-49F3-B45B-1A87D3A1FF8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5F8CD-268F-EFD8-6055-CB26EE9EF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E8D28-7892-1A4B-4EAF-5D67C551E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6F8E5-0B62-423A-8FF9-F355C3CBD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5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customXml" Target="../ink/ink7.xml"/><Relationship Id="rId10" Type="http://schemas.openxmlformats.org/officeDocument/2006/relationships/customXml" Target="../ink/ink4.xml"/><Relationship Id="rId19" Type="http://schemas.openxmlformats.org/officeDocument/2006/relationships/customXml" Target="../ink/ink10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A1550AF8-BD5C-14B5-EF59-9788736613F6}"/>
              </a:ext>
            </a:extLst>
          </p:cNvPr>
          <p:cNvSpPr txBox="1"/>
          <p:nvPr/>
        </p:nvSpPr>
        <p:spPr>
          <a:xfrm>
            <a:off x="2423319" y="2613392"/>
            <a:ext cx="87956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Prepaid</a:t>
            </a:r>
            <a:r>
              <a:rPr lang="en-IN" sz="1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2000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</a:t>
            </a:r>
            <a:endParaRPr lang="en-US" sz="12000" b="1" dirty="0">
              <a:solidFill>
                <a:srgbClr val="0070C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2" name="Graphic 31" descr="Wireless">
            <a:extLst>
              <a:ext uri="{FF2B5EF4-FFF2-40B4-BE49-F238E27FC236}">
                <a16:creationId xmlns:a16="http://schemas.microsoft.com/office/drawing/2014/main" id="{52A38B52-FABE-4B99-606D-DF06AA91C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9868" y="2067475"/>
            <a:ext cx="1413562" cy="141356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2EC056CE-C4B0-9D6F-711A-D9C6FDF8F9D0}"/>
              </a:ext>
            </a:extLst>
          </p:cNvPr>
          <p:cNvSpPr/>
          <p:nvPr/>
        </p:nvSpPr>
        <p:spPr>
          <a:xfrm>
            <a:off x="5089576" y="1258015"/>
            <a:ext cx="149467" cy="1450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2364A1-027D-2CFD-0A42-559F06BCAB02}"/>
                  </a:ext>
                </a:extLst>
              </p14:cNvPr>
              <p14:cNvContentPartPr/>
              <p14:nvPr/>
            </p14:nvContentPartPr>
            <p14:xfrm>
              <a:off x="2784420" y="3068670"/>
              <a:ext cx="29160" cy="116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2364A1-027D-2CFD-0A42-559F06BCAB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8780" y="3033030"/>
                <a:ext cx="1008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7AB98D-AE73-A6D3-2EEB-7C41EA3DDCC4}"/>
                  </a:ext>
                </a:extLst>
              </p14:cNvPr>
              <p14:cNvContentPartPr/>
              <p14:nvPr/>
            </p14:nvContentPartPr>
            <p14:xfrm>
              <a:off x="2670300" y="3053550"/>
              <a:ext cx="217440" cy="240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7AB98D-AE73-A6D3-2EEB-7C41EA3DDC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34300" y="3017550"/>
                <a:ext cx="2890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F8DAB6-3555-6E12-A515-B27D3C7DA7C5}"/>
                  </a:ext>
                </a:extLst>
              </p14:cNvPr>
              <p14:cNvContentPartPr/>
              <p14:nvPr/>
            </p14:nvContentPartPr>
            <p14:xfrm>
              <a:off x="2666700" y="3038070"/>
              <a:ext cx="138600" cy="3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F8DAB6-3555-6E12-A515-B27D3C7DA7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31060" y="3002070"/>
                <a:ext cx="2102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6B2EC2-59E5-E331-EC40-440F28EE832A}"/>
                  </a:ext>
                </a:extLst>
              </p14:cNvPr>
              <p14:cNvContentPartPr/>
              <p14:nvPr/>
            </p14:nvContentPartPr>
            <p14:xfrm>
              <a:off x="2662380" y="3055350"/>
              <a:ext cx="1800" cy="128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6B2EC2-59E5-E331-EC40-440F28EE83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26380" y="3019710"/>
                <a:ext cx="7344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50846A0-B073-B163-6CF3-8C97103B388B}"/>
              </a:ext>
            </a:extLst>
          </p:cNvPr>
          <p:cNvGrpSpPr/>
          <p:nvPr/>
        </p:nvGrpSpPr>
        <p:grpSpPr>
          <a:xfrm>
            <a:off x="2660940" y="3099120"/>
            <a:ext cx="360" cy="25200"/>
            <a:chOff x="2660940" y="3099120"/>
            <a:chExt cx="36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903EFE-267C-04A8-DC6C-DF0B2D3A3D8C}"/>
                    </a:ext>
                  </a:extLst>
                </p14:cNvPr>
                <p14:cNvContentPartPr/>
                <p14:nvPr/>
              </p14:nvContentPartPr>
              <p14:xfrm>
                <a:off x="2660940" y="3099120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903EFE-267C-04A8-DC6C-DF0B2D3A3D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25300" y="30634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0DE582-861B-76DD-A439-D1AE30AF1A85}"/>
                    </a:ext>
                  </a:extLst>
                </p14:cNvPr>
                <p14:cNvContentPartPr/>
                <p14:nvPr/>
              </p14:nvContentPartPr>
              <p14:xfrm>
                <a:off x="2660940" y="3099120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10DE582-861B-76DD-A439-D1AE30AF1A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25300" y="30634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486D95-7DD8-C6DF-6522-BA83FDF50588}"/>
                    </a:ext>
                  </a:extLst>
                </p14:cNvPr>
                <p14:cNvContentPartPr/>
                <p14:nvPr/>
              </p14:nvContentPartPr>
              <p14:xfrm>
                <a:off x="2660940" y="3123960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486D95-7DD8-C6DF-6522-BA83FDF5058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25300" y="308832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90DB70-B4C6-796E-36D8-45469B3F3E5D}"/>
                    </a:ext>
                  </a:extLst>
                </p14:cNvPr>
                <p14:cNvContentPartPr/>
                <p14:nvPr/>
              </p14:nvContentPartPr>
              <p14:xfrm>
                <a:off x="2660940" y="3123960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90DB70-B4C6-796E-36D8-45469B3F3E5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25300" y="308832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BC5DE52-21AE-C5D7-3774-BBB1D3348133}"/>
                    </a:ext>
                  </a:extLst>
                </p14:cNvPr>
                <p14:cNvContentPartPr/>
                <p14:nvPr/>
              </p14:nvContentPartPr>
              <p14:xfrm>
                <a:off x="2660940" y="3114600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BC5DE52-21AE-C5D7-3774-BBB1D33481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25300" y="30786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AD9BCF4-2008-FE63-1E35-ACEC890B5A29}"/>
                    </a:ext>
                  </a:extLst>
                </p14:cNvPr>
                <p14:cNvContentPartPr/>
                <p14:nvPr/>
              </p14:nvContentPartPr>
              <p14:xfrm>
                <a:off x="2660940" y="3114600"/>
                <a:ext cx="36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AD9BCF4-2008-FE63-1E35-ACEC890B5A2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25300" y="30786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8365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Nanthene Elango</dc:creator>
  <cp:lastModifiedBy>Nanthene Elango</cp:lastModifiedBy>
  <cp:revision>5</cp:revision>
  <dcterms:created xsi:type="dcterms:W3CDTF">2025-02-08T02:24:52Z</dcterms:created>
  <dcterms:modified xsi:type="dcterms:W3CDTF">2025-02-09T06:28:28Z</dcterms:modified>
</cp:coreProperties>
</file>